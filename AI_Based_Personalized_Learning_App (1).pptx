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Personalized Learning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adaptive learning experience powered by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Learners often struggle with static, one-size-fits-all education platforms that fail to adapt to their pace or style.</a:t>
            </a:r>
          </a:p>
          <a:p/>
          <a:p>
            <a:r>
              <a:t>There is a growing need for intelligent learning systems that use AI to personalize content and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design a smart, adaptive UI that suggests lessons and quizzes based on learning history.</a:t>
            </a:r>
          </a:p>
          <a:p>
            <a:r>
              <a:t>• To visualize progress using gamified elements and motivational triggers.</a:t>
            </a:r>
          </a:p>
          <a:p>
            <a:r>
              <a:t>• To ensure a calm, distraction-free environment for focus-based learning.</a:t>
            </a:r>
          </a:p>
          <a:p>
            <a:r>
              <a:t>• To implement accessibility standards for inclusive education.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Figma</a:t>
            </a:r>
          </a:p>
          <a:p>
            <a:r>
              <a:t>• Notion (for documentation)</a:t>
            </a:r>
          </a:p>
          <a:p>
            <a:r>
              <a:t>• Maze (for testing)</a:t>
            </a:r>
          </a:p>
          <a:p>
            <a:r>
              <a:t>• Miro (for UX research)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high-fidelity prototype demonstrating adaptive learning pathways, gamification, and accessible design.</a:t>
            </a:r>
          </a:p>
          <a:p/>
          <a:p>
            <a:r>
              <a:t>The solution enhances motivation, retention, and inclusivity for diverse learners.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Personalized learning paths using AI</a:t>
            </a:r>
          </a:p>
          <a:p>
            <a:r>
              <a:t>• Real-time progress tracking</a:t>
            </a:r>
          </a:p>
          <a:p>
            <a:r>
              <a:t>• Gamified achievements and badges</a:t>
            </a:r>
          </a:p>
          <a:p>
            <a:r>
              <a:t>• Theme and language customization</a:t>
            </a:r>
          </a:p>
          <a:p>
            <a:r>
              <a:t>• Accessibility support for all learners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 What is the output of the following Python code?</a:t>
            </a:r>
          </a:p>
          <a:p/>
          <a:p>
            <a:r>
              <a:t>x = 5</a:t>
            </a:r>
          </a:p>
          <a:p>
            <a:r>
              <a:t>y = '5'</a:t>
            </a:r>
          </a:p>
          <a:p>
            <a:r>
              <a:t>print(x + int(y))</a:t>
            </a:r>
          </a:p>
          <a:p/>
          <a:p>
            <a:r>
              <a:t>A) 55</a:t>
            </a:r>
          </a:p>
          <a:p>
            <a:r>
              <a:t>B) 10</a:t>
            </a:r>
          </a:p>
          <a:p>
            <a:r>
              <a:t>C) TypeError</a:t>
            </a:r>
          </a:p>
          <a:p>
            <a:r>
              <a:t>D) 5 + 5</a:t>
            </a:r>
          </a:p>
          <a:p/>
          <a:p>
            <a:r>
              <a:t>Correct Answer: B)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AI-Based Personalized Learning App creates an adaptive learning environment that adjusts to individual needs, promotes engagement through gamification, and ensures accessibility for all learners.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